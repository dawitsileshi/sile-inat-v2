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40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village for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mother.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postpartum wellness platform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mothers no one is listening 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A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sat with my baby for three weeks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A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 told anyone I was not okay.”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576" cy="548640"/>
          </a:xfrm>
          <a:prstGeom prst="rect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mother in Addis Ababa, 2025.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story is not unusual. It is the rule.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Postpartum suffering is silent because we built a world where mothers 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be grateful, capable, and quiet — all at once.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mothers experiences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postpartum depression.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Ethiopian J. Health Sci., systematic reviews 2020–2024.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108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number hides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6002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go undiagnosed.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screening at routine postnatal visits.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suicide is the second-leading cause of postpartum death globally.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2024.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keeps mothers from speaking.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to family. Even to clinicians.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they ask for help?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barriers, repeated in every interview, every clinic, every village.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725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72512" cy="54864"/>
          </a:xfrm>
          <a:prstGeom prst="rect">
            <a:avLst/>
          </a:prstGeom>
          <a:solidFill>
            <a:srgbClr val="D96565"/>
          </a:solidFill>
          <a:ln w="12700">
            <a:solidFill>
              <a:srgbClr val="D965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11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D9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1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good mother would not feel this way.”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15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cultural script equates struggle with failure. So mothers hide it — from in-laws, from husbands, from themselves.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5744" y="1965960"/>
            <a:ext cx="25725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5744" y="1965960"/>
            <a:ext cx="2572512" cy="54864"/>
          </a:xfrm>
          <a:prstGeom prst="rect">
            <a:avLst/>
          </a:prstGeom>
          <a:solidFill>
            <a:srgbClr val="C98A1F"/>
          </a:solidFill>
          <a:ln w="12700">
            <a:solidFill>
              <a:srgbClr val="C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4344" y="2194560"/>
            <a:ext cx="211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14344" y="2514600"/>
            <a:ext cx="211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up has a cost.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14344" y="3291840"/>
            <a:ext cx="2115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risks gossip, family shame, even custody concerns. The price of being honest is too high.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2848" y="1965960"/>
            <a:ext cx="257251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2848" y="1965960"/>
            <a:ext cx="2572512" cy="54864"/>
          </a:xfrm>
          <a:prstGeom prst="rect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1448" y="2194560"/>
            <a:ext cx="211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51448" y="2514600"/>
            <a:ext cx="211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nowhere to go.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1448" y="3291840"/>
            <a:ext cx="2115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mother-specific helpline. No anonymous forum. No after-hours support when the night is hardest.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is 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internet users in Ethiopia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GSMA,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smartphone adoption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GSMA, 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of trusted Ethiopian digital 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YeneHealth, Hakim, BeneFamily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1143000"/>
          </a:xfrm>
          <a:prstGeom prst="rect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YeneHealth </a:t>
            </a:r>
            <a:r>
              <a:rPr lang="en-US" sz="13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mothers in Ethiopia will trust digital health when it is built with cultural humility. </a:t>
            </a:r>
            <a:r>
              <a:rPr lang="am-ET" sz="13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r>
              <a:rPr lang="en-US" sz="130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on that foundation — and goes one step further: into the silent moments between appointments.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exists. What doesn't.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anonymous. Phone numbers are exposed.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health apps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for postpartum. Not in our context.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visits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time. Limited privacy. Limited access at night.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3017520"/>
          </a:xfrm>
          <a:prstGeom prst="rect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doesn't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22402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anonymous place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ask the questions you can't ask anyone else.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Mother-specific guidance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recovery, feeding, sleep, mental health.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support</a:t>
            </a:r>
            <a:endParaRPr lang="en-US" sz="11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night is the hardest hour.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56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r>
              <a:rPr lang="en-US" sz="56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space for postpartum mothers.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design. Evidence-based by default. Built for the Ethiopian context — and any mother, anywhere, who has felt this alone.</a:t>
            </a:r>
            <a:endParaRPr lang="en-US" sz="1300" dirty="0"/>
          </a:p>
        </p:txBody>
      </p:sp>
      <p:pic>
        <p:nvPicPr>
          <p:cNvPr id="6" name="Image 0" descr="D:\Projects\wellness\src\assets\he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914400"/>
            <a:ext cx="310896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need, in one place.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Forum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questions you cannot ask anyone else. Talk to mothers who understand.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828800"/>
            <a:ext cx="502920" cy="502920"/>
          </a:xfrm>
          <a:prstGeom prst="ellipse">
            <a:avLst/>
          </a:prstGeom>
          <a:solidFill>
            <a:srgbClr val="C98A1F"/>
          </a:solidFill>
          <a:ln w="12700">
            <a:solidFill>
              <a:srgbClr val="C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 on recovery, breastfeeding, sleep, and newborn care — 24/7.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D96565"/>
          </a:solidFill>
          <a:ln w="12700">
            <a:solidFill>
              <a:srgbClr val="D965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Check-Ins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mood, sleep, and energy. Small daily signals that build into self-knowledge.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1546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429000"/>
            <a:ext cx="502920" cy="502920"/>
          </a:xfrm>
          <a:prstGeom prst="ellipse">
            <a:avLst/>
          </a:prstGeom>
          <a:solidFill>
            <a:srgbClr val="4A78B8"/>
          </a:solidFill>
          <a:ln w="12700">
            <a:solidFill>
              <a:srgbClr val="4A7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Events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talks and workshops with lactation consultants, therapists, and pediatricians.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5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ask for your name.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ask for your story.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let you speak 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and only when, you are ready.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6576" cy="640080"/>
          </a:xfrm>
          <a:prstGeom prst="rect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502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Anonymity is not the absence of identity. It is the presence of safety.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61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decision flows from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on the surface. Rigorous underneath.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865376"/>
            <a:ext cx="246888" cy="246888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grounded in WHO postpartum guidelines, ACOG, and Ethiopian Ministry of Health protocols. Every answer cites its source.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825496"/>
            <a:ext cx="246888" cy="246888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Expert-reviewed 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 consultants, perinatal therapists, and pediatricians lead live sessions. No influencers, no anecdotes-as-medicine.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785616"/>
            <a:ext cx="246888" cy="246888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Crisis-aware by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detection triggers warm, immediate referral pathways to the Ministry of Health helpline and local providers.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mother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a village.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year, </a:t>
            </a:r>
            <a:r>
              <a:rPr lang="am-ET" sz="1300" b="1" kern="0" spc="4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r>
              <a:rPr lang="en-US" sz="1300" b="1" kern="0" spc="4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aims 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606040" cy="914400"/>
          </a:xfrm>
          <a:prstGeom prst="rect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supported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3383280"/>
            <a:ext cx="2606040" cy="914400"/>
          </a:xfrm>
          <a:prstGeom prst="rect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hours delivered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2606040" cy="914400"/>
          </a:xfrm>
          <a:prstGeom prst="rect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Amharic, Afaan Oromo, English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1A7A3D"/>
          </a:solidFill>
          <a:ln w="12700">
            <a:solidFill>
              <a:srgbClr val="1A7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1A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5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3EF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listening. For caring. For believing mothers deserve more than silence.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village together.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9502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·Addis Ababa, Ethiopia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773168"/>
            <a:ext cx="164592" cy="164592"/>
          </a:xfrm>
          <a:prstGeom prst="ellipse">
            <a:avLst/>
          </a:prstGeom>
          <a:solidFill>
            <a:srgbClr val="E3EFE5"/>
          </a:solidFill>
          <a:ln w="12700">
            <a:solidFill>
              <a:srgbClr val="E3E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4736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m-ET" sz="1000" b="1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ስለ እናት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815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MomsHub — A Village for Every Mother</dc:title>
  <dc:subject>PptxGenJS Presentation</dc:subject>
  <dc:creator>MomsHub Team</dc:creator>
  <cp:lastModifiedBy>Dawit Sileshi</cp:lastModifiedBy>
  <cp:revision>3</cp:revision>
  <dcterms:created xsi:type="dcterms:W3CDTF">2026-06-06T12:44:05Z</dcterms:created>
  <dcterms:modified xsi:type="dcterms:W3CDTF">2026-06-06T13:21:55Z</dcterms:modified>
</cp:coreProperties>
</file>